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Square channel avatar; export 800x800 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YouTube channel avatar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1460500"/>
            <a:ext cx="3937000" cy="393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