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 thumbnail (export 1280x720). Big hook, one still of the hosts on the right. Keep text inside the left 1100px so it survives the small-size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 thumbnail (export 1280x720). Big hook, one still of the hosts on the right. Keep text inside the left 1100px so it survives the small-size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 thumbnail (export 1280x720). Big hook, one still of the hosts on the right. Keep text inside the left 1100px so it survives the small-size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 thumbnail (export 1280x720). Big hook, one still of the hosts on the right. Keep text inside the left 1100px so it survives the small-size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 thumbnail (export 1280x720). Big hook, one still of the hosts on the right. Keep text inside the left 1100px so it survives the small-size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YouTube thumbnail (export 1280x720). Big hook, one still of the hosts on the right. Keep text inside the left 1100px so it survives the small-size crop.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umbnail — Ep 1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 placeholder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 label"/>
          <p:cNvSpPr txBox="1"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Host still / photo</a:t>
            </a:r>
          </a:p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fills this side, edge to edge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35000" y="6985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DM Sans"/>
              </a:rPr>
              <a:t>WAIT, I QUALIFY?!   ·   EPISODE 1</a:t>
            </a:r>
          </a:p>
        </p:txBody>
      </p:sp>
      <p:sp>
        <p:nvSpPr>
          <p:cNvPr id="5" name="Hook"/>
          <p:cNvSpPr txBox="1"/>
          <p:nvPr/>
        </p:nvSpPr>
        <p:spPr>
          <a:xfrm>
            <a:off x="635000" y="1206500"/>
            <a:ext cx="6604000" cy="273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You qualify for</a:t>
            </a:r>
          </a:p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more than you think</a:t>
            </a:r>
          </a:p>
        </p:txBody>
      </p:sp>
      <p:sp>
        <p:nvSpPr>
          <p:cNvPr id="6" name="Episode title"/>
          <p:cNvSpPr txBox="1"/>
          <p:nvPr/>
        </p:nvSpPr>
        <p:spPr>
          <a:xfrm>
            <a:off x="635000" y="41275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A4E42"/>
                </a:solidFill>
                <a:latin typeface="DM Sans"/>
              </a:rPr>
              <a:t>You Qualify for More Than You Think</a:t>
            </a:r>
          </a:p>
        </p:txBody>
      </p:sp>
      <p:sp>
        <p:nvSpPr>
          <p:cNvPr id="7" name="URL pill"/>
          <p:cNvSpPr/>
          <p:nvPr/>
        </p:nvSpPr>
        <p:spPr>
          <a:xfrm>
            <a:off x="635000" y="5588000"/>
            <a:ext cx="3302000" cy="457200"/>
          </a:xfrm>
          <a:prstGeom prst="roundRect">
            <a:avLst>
              <a:gd name="adj" fmla="val 50000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RL"/>
          <p:cNvSpPr txBox="1"/>
          <p:nvPr/>
        </p:nvSpPr>
        <p:spPr>
          <a:xfrm>
            <a:off x="635000" y="5588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  <p:pic>
        <p:nvPicPr>
          <p:cNvPr id="9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5524500"/>
            <a:ext cx="8255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umbnail — Ep 2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 placeholder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 label"/>
          <p:cNvSpPr txBox="1"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Host still / photo</a:t>
            </a:r>
          </a:p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fills this side, edge to edge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35000" y="6985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DM Sans"/>
              </a:rPr>
              <a:t>WAIT, I QUALIFY?!   ·   EPISODE 2</a:t>
            </a:r>
          </a:p>
        </p:txBody>
      </p:sp>
      <p:sp>
        <p:nvSpPr>
          <p:cNvPr id="5" name="Hook"/>
          <p:cNvSpPr txBox="1"/>
          <p:nvPr/>
        </p:nvSpPr>
        <p:spPr>
          <a:xfrm>
            <a:off x="635000" y="1206500"/>
            <a:ext cx="6604000" cy="273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Free phone.</a:t>
            </a:r>
          </a:p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$15 internet.</a:t>
            </a:r>
          </a:p>
        </p:txBody>
      </p:sp>
      <p:sp>
        <p:nvSpPr>
          <p:cNvPr id="6" name="Episode title"/>
          <p:cNvSpPr txBox="1"/>
          <p:nvPr/>
        </p:nvSpPr>
        <p:spPr>
          <a:xfrm>
            <a:off x="635000" y="41275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A4E42"/>
                </a:solidFill>
                <a:latin typeface="DM Sans"/>
              </a:rPr>
              <a:t>Getting Connected</a:t>
            </a:r>
          </a:p>
        </p:txBody>
      </p:sp>
      <p:sp>
        <p:nvSpPr>
          <p:cNvPr id="7" name="URL pill"/>
          <p:cNvSpPr/>
          <p:nvPr/>
        </p:nvSpPr>
        <p:spPr>
          <a:xfrm>
            <a:off x="635000" y="5588000"/>
            <a:ext cx="3302000" cy="457200"/>
          </a:xfrm>
          <a:prstGeom prst="roundRect">
            <a:avLst>
              <a:gd name="adj" fmla="val 50000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RL"/>
          <p:cNvSpPr txBox="1"/>
          <p:nvPr/>
        </p:nvSpPr>
        <p:spPr>
          <a:xfrm>
            <a:off x="635000" y="5588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  <p:pic>
        <p:nvPicPr>
          <p:cNvPr id="9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5524500"/>
            <a:ext cx="8255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umbnail — Ep 3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 placeholder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 label"/>
          <p:cNvSpPr txBox="1"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Host still / photo</a:t>
            </a:r>
          </a:p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fills this side, edge to edge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35000" y="6985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DM Sans"/>
              </a:rPr>
              <a:t>WAIT, I QUALIFY?!   ·   EPISODE 3</a:t>
            </a:r>
          </a:p>
        </p:txBody>
      </p:sp>
      <p:sp>
        <p:nvSpPr>
          <p:cNvPr id="5" name="Hook"/>
          <p:cNvSpPr txBox="1"/>
          <p:nvPr/>
        </p:nvSpPr>
        <p:spPr>
          <a:xfrm>
            <a:off x="635000" y="1206500"/>
            <a:ext cx="6604000" cy="273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Grocery money</a:t>
            </a:r>
          </a:p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you may be missing</a:t>
            </a:r>
          </a:p>
        </p:txBody>
      </p:sp>
      <p:sp>
        <p:nvSpPr>
          <p:cNvPr id="6" name="Episode title"/>
          <p:cNvSpPr txBox="1"/>
          <p:nvPr/>
        </p:nvSpPr>
        <p:spPr>
          <a:xfrm>
            <a:off x="635000" y="41275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A4E42"/>
                </a:solidFill>
                <a:latin typeface="DM Sans"/>
              </a:rPr>
              <a:t>Food</a:t>
            </a:r>
          </a:p>
        </p:txBody>
      </p:sp>
      <p:sp>
        <p:nvSpPr>
          <p:cNvPr id="7" name="URL pill"/>
          <p:cNvSpPr/>
          <p:nvPr/>
        </p:nvSpPr>
        <p:spPr>
          <a:xfrm>
            <a:off x="635000" y="5588000"/>
            <a:ext cx="3302000" cy="457200"/>
          </a:xfrm>
          <a:prstGeom prst="roundRect">
            <a:avLst>
              <a:gd name="adj" fmla="val 50000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RL"/>
          <p:cNvSpPr txBox="1"/>
          <p:nvPr/>
        </p:nvSpPr>
        <p:spPr>
          <a:xfrm>
            <a:off x="635000" y="5588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  <p:pic>
        <p:nvPicPr>
          <p:cNvPr id="9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5524500"/>
            <a:ext cx="8255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umbnail — Ep 4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 placeholder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 label"/>
          <p:cNvSpPr txBox="1"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Host still / photo</a:t>
            </a:r>
          </a:p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fills this side, edge to edge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35000" y="6985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DM Sans"/>
              </a:rPr>
              <a:t>WAIT, I QUALIFY?!   ·   EPISODE 4</a:t>
            </a:r>
          </a:p>
        </p:txBody>
      </p:sp>
      <p:sp>
        <p:nvSpPr>
          <p:cNvPr id="5" name="Hook"/>
          <p:cNvSpPr txBox="1"/>
          <p:nvPr/>
        </p:nvSpPr>
        <p:spPr>
          <a:xfrm>
            <a:off x="635000" y="1206500"/>
            <a:ext cx="6604000" cy="273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Lower bills.</a:t>
            </a:r>
          </a:p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Help with rent + rides.</a:t>
            </a:r>
          </a:p>
        </p:txBody>
      </p:sp>
      <p:sp>
        <p:nvSpPr>
          <p:cNvPr id="6" name="Episode title"/>
          <p:cNvSpPr txBox="1"/>
          <p:nvPr/>
        </p:nvSpPr>
        <p:spPr>
          <a:xfrm>
            <a:off x="635000" y="41275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A4E42"/>
                </a:solidFill>
                <a:latin typeface="DM Sans"/>
              </a:rPr>
              <a:t>Home + Transportation</a:t>
            </a:r>
          </a:p>
        </p:txBody>
      </p:sp>
      <p:sp>
        <p:nvSpPr>
          <p:cNvPr id="7" name="URL pill"/>
          <p:cNvSpPr/>
          <p:nvPr/>
        </p:nvSpPr>
        <p:spPr>
          <a:xfrm>
            <a:off x="635000" y="5588000"/>
            <a:ext cx="3302000" cy="457200"/>
          </a:xfrm>
          <a:prstGeom prst="roundRect">
            <a:avLst>
              <a:gd name="adj" fmla="val 50000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RL"/>
          <p:cNvSpPr txBox="1"/>
          <p:nvPr/>
        </p:nvSpPr>
        <p:spPr>
          <a:xfrm>
            <a:off x="635000" y="5588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  <p:pic>
        <p:nvPicPr>
          <p:cNvPr id="9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5524500"/>
            <a:ext cx="8255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umbnail — Ep 5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 placeholder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 label"/>
          <p:cNvSpPr txBox="1"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Host still / photo</a:t>
            </a:r>
          </a:p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fills this side, edge to edge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35000" y="6985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DM Sans"/>
              </a:rPr>
              <a:t>WAIT, I QUALIFY?!   ·   EPISODE 5</a:t>
            </a:r>
          </a:p>
        </p:txBody>
      </p:sp>
      <p:sp>
        <p:nvSpPr>
          <p:cNvPr id="5" name="Hook"/>
          <p:cNvSpPr txBox="1"/>
          <p:nvPr/>
        </p:nvSpPr>
        <p:spPr>
          <a:xfrm>
            <a:off x="635000" y="1206500"/>
            <a:ext cx="6604000" cy="273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The local safety net</a:t>
            </a:r>
          </a:p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(and the growing kind)</a:t>
            </a:r>
          </a:p>
        </p:txBody>
      </p:sp>
      <p:sp>
        <p:nvSpPr>
          <p:cNvPr id="6" name="Episode title"/>
          <p:cNvSpPr txBox="1"/>
          <p:nvPr/>
        </p:nvSpPr>
        <p:spPr>
          <a:xfrm>
            <a:off x="635000" y="41275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A4E42"/>
                </a:solidFill>
                <a:latin typeface="DM Sans"/>
              </a:rPr>
              <a:t>Nonprofits + Farmers</a:t>
            </a:r>
          </a:p>
        </p:txBody>
      </p:sp>
      <p:sp>
        <p:nvSpPr>
          <p:cNvPr id="7" name="URL pill"/>
          <p:cNvSpPr/>
          <p:nvPr/>
        </p:nvSpPr>
        <p:spPr>
          <a:xfrm>
            <a:off x="635000" y="5588000"/>
            <a:ext cx="3302000" cy="457200"/>
          </a:xfrm>
          <a:prstGeom prst="roundRect">
            <a:avLst>
              <a:gd name="adj" fmla="val 50000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RL"/>
          <p:cNvSpPr txBox="1"/>
          <p:nvPr/>
        </p:nvSpPr>
        <p:spPr>
          <a:xfrm>
            <a:off x="635000" y="5588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  <p:pic>
        <p:nvPicPr>
          <p:cNvPr id="9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5524500"/>
            <a:ext cx="8255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umbnail — Ep 6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hoto placeholder"/>
          <p:cNvSpPr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hoto label"/>
          <p:cNvSpPr txBox="1"/>
          <p:nvPr/>
        </p:nvSpPr>
        <p:spPr>
          <a:xfrm>
            <a:off x="7493000" y="0"/>
            <a:ext cx="4699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Host still / photo</a:t>
            </a:r>
          </a:p>
          <a:p>
            <a:pPr algn="ctr"/>
            <a:r>
              <a:rPr sz="1200" b="0" i="0">
                <a:solidFill>
                  <a:srgbClr val="8A7A6C"/>
                </a:solidFill>
                <a:latin typeface="DM Sans"/>
              </a:rPr>
              <a:t>fills this side, edge to edge</a:t>
            </a:r>
          </a:p>
        </p:txBody>
      </p:sp>
      <p:sp>
        <p:nvSpPr>
          <p:cNvPr id="4" name="Kicker"/>
          <p:cNvSpPr txBox="1"/>
          <p:nvPr/>
        </p:nvSpPr>
        <p:spPr>
          <a:xfrm>
            <a:off x="635000" y="698500"/>
            <a:ext cx="660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DM Sans"/>
              </a:rPr>
              <a:t>WAIT, I QUALIFY?!   ·   EPISODE 6</a:t>
            </a:r>
          </a:p>
        </p:txBody>
      </p:sp>
      <p:sp>
        <p:nvSpPr>
          <p:cNvPr id="5" name="Hook"/>
          <p:cNvSpPr txBox="1"/>
          <p:nvPr/>
        </p:nvSpPr>
        <p:spPr>
          <a:xfrm>
            <a:off x="635000" y="1206500"/>
            <a:ext cx="6604000" cy="273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Still connected</a:t>
            </a:r>
          </a:p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2C1F1A"/>
                </a:solidFill>
                <a:latin typeface="Fraunces"/>
              </a:rPr>
              <a:t>when the power's out</a:t>
            </a:r>
          </a:p>
        </p:txBody>
      </p:sp>
      <p:sp>
        <p:nvSpPr>
          <p:cNvPr id="6" name="Episode title"/>
          <p:cNvSpPr txBox="1"/>
          <p:nvPr/>
        </p:nvSpPr>
        <p:spPr>
          <a:xfrm>
            <a:off x="635000" y="4127500"/>
            <a:ext cx="660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A4E42"/>
                </a:solidFill>
                <a:latin typeface="DM Sans"/>
              </a:rPr>
              <a:t>Still Connected When the Power's Out</a:t>
            </a:r>
          </a:p>
        </p:txBody>
      </p:sp>
      <p:sp>
        <p:nvSpPr>
          <p:cNvPr id="7" name="URL pill"/>
          <p:cNvSpPr/>
          <p:nvPr/>
        </p:nvSpPr>
        <p:spPr>
          <a:xfrm>
            <a:off x="635000" y="5588000"/>
            <a:ext cx="3302000" cy="457200"/>
          </a:xfrm>
          <a:prstGeom prst="roundRect">
            <a:avLst>
              <a:gd name="adj" fmla="val 50000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RL"/>
          <p:cNvSpPr txBox="1"/>
          <p:nvPr/>
        </p:nvSpPr>
        <p:spPr>
          <a:xfrm>
            <a:off x="635000" y="5588000"/>
            <a:ext cx="330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  <p:pic>
        <p:nvPicPr>
          <p:cNvPr id="9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5524500"/>
            <a:ext cx="825500" cy="82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