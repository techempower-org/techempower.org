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Channel banner. Rebuilt from show/assets/youtube/banner.src.html. Export 2560x1440; everything important sits in YouTube's 1546x423 safe zone. Optional: a big sun at ~5% opacity bleeding off the left edge, as in the current banner.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YouTube channel banner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0" y="2540000"/>
            <a:ext cx="1771650" cy="1771650"/>
          </a:xfrm>
          <a:prstGeom prst="rect">
            <a:avLst/>
          </a:prstGeom>
        </p:spPr>
      </p:pic>
      <p:sp>
        <p:nvSpPr>
          <p:cNvPr id="3" name="Wordmark"/>
          <p:cNvSpPr txBox="1"/>
          <p:nvPr/>
        </p:nvSpPr>
        <p:spPr>
          <a:xfrm>
            <a:off x="4552950" y="2381250"/>
            <a:ext cx="5207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2C1F1A"/>
                </a:solidFill>
                <a:latin typeface="Fraunces"/>
              </a:rPr>
              <a:t>TechEMPOWER</a:t>
            </a:r>
          </a:p>
        </p:txBody>
      </p:sp>
      <p:sp>
        <p:nvSpPr>
          <p:cNvPr id="4" name="Tagline"/>
          <p:cNvSpPr txBox="1"/>
          <p:nvPr/>
        </p:nvSpPr>
        <p:spPr>
          <a:xfrm>
            <a:off x="4552950" y="3105150"/>
            <a:ext cx="5207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0" i="0">
                <a:solidFill>
                  <a:srgbClr val="5C4236"/>
                </a:solidFill>
                <a:latin typeface="DM Sans"/>
              </a:rPr>
              <a:t>Free technology resources for everyone</a:t>
            </a:r>
          </a:p>
        </p:txBody>
      </p:sp>
      <p:sp>
        <p:nvSpPr>
          <p:cNvPr id="5" name="Teal rule"/>
          <p:cNvSpPr/>
          <p:nvPr/>
        </p:nvSpPr>
        <p:spPr>
          <a:xfrm>
            <a:off x="4552950" y="3486150"/>
            <a:ext cx="628650" cy="38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eature line"/>
          <p:cNvSpPr txBox="1"/>
          <p:nvPr/>
        </p:nvSpPr>
        <p:spPr>
          <a:xfrm>
            <a:off x="4552950" y="366395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B5E5A"/>
                </a:solidFill>
                <a:latin typeface="DM Sans"/>
              </a:rPr>
              <a:t>▶  Now streaming: Wait, I Qualify?!   •   techempower.org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