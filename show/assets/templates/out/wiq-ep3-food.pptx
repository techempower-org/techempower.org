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title card. Edit the episode line. Holds under the jingle after the sun-logo pre-roll (see show/PIPELINE.md, stage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CalFresh: BenefitsCal.com / statewide 1-877-847-3663 / county offices: 950 Maidu Ave, Suite 120, Nevada City + 10075 Levon Ave, Truckee (Joseph Center) / local 530-265-1340 / or dial 2-1-1]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WIC: Grass Valley 530-265-1454 / Truckee 530-582-7814 / myfamily.wic.ca.gov]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Interfaith Food Ministry: 440 Henderson St, Grass Valley / 530-273-8132 / Mon-Wed-Fri 10 to 1 (first hour by reservation) + Saturdays]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Food Bank of Nevada County: 530-272-3796 / foodbankofnc.org -- mobile distribution days + sites]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Community Roots FREE summer meals (any kid 18 &amp; under, no sign-up): Lunch at the Library -- Grass Valley + Madelyn Helling libraries + Memorial Park pool, weekdays 12-1 (thru Aug 7) / weekly meal bags Thu 10-1 -- Nevada Union HS + Oak Tree Preschool / all sites + times: communityrootsnc.org]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SUN Bucks (Summer EBT): $120 per school-age child for the summer / most kids auto-enrolled -- check your mail / not enrolled? apply at your child's school by Aug 31 / helpline 1-877-328-9677 / cdss.ca.gov/sun-bucks]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Meals on Wheels: Gold Country Senior Services 530-446-6853 (west county) / Sierra Senior Services 530-550-7600 (Truckee) -- Senior lunch: Sierra Gold Community Senior Center, 231 Colfax Ave, Grass Valley, Mon/Tue/Thu at noon -- 530-273-4961]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Outro end card -- plays under the closing jingle. Series invariant: 211 + findhelp.org + techempower.org always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ntro title card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1016000"/>
            <a:ext cx="1651000" cy="1651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88925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2C1F1A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1651000" y="36830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5A4E42"/>
                </a:solidFill>
                <a:latin typeface="DM Sans"/>
              </a:rPr>
              <a:t>Free Technology Resources for Everyone</a:t>
            </a:r>
          </a:p>
        </p:txBody>
      </p:sp>
      <p:sp>
        <p:nvSpPr>
          <p:cNvPr id="5" name="Teal rule"/>
          <p:cNvSpPr/>
          <p:nvPr/>
        </p:nvSpPr>
        <p:spPr>
          <a:xfrm>
            <a:off x="5334000" y="4089400"/>
            <a:ext cx="1524000" cy="2540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pisode line"/>
          <p:cNvSpPr txBox="1"/>
          <p:nvPr/>
        </p:nvSpPr>
        <p:spPr>
          <a:xfrm>
            <a:off x="1016000" y="4241800"/>
            <a:ext cx="1016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766E"/>
                </a:solidFill>
                <a:latin typeface="DM Sans"/>
              </a:rPr>
              <a:t>Episode 3   ·   Food</a:t>
            </a:r>
          </a:p>
        </p:txBody>
      </p:sp>
      <p:sp>
        <p:nvSpPr>
          <p:cNvPr id="7" name="Footer bar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URL"/>
          <p:cNvSpPr txBox="1"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Jeff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Jeff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TechEMPOWER Founder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Shawna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Shawna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Co-host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Clay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937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368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Clay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3683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Guest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CalFresh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3937000"/>
            <a:ext cx="8382000" cy="2413000"/>
          </a:xfrm>
          <a:prstGeom prst="roundRect">
            <a:avLst>
              <a:gd name="adj" fmla="val 3684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3937000"/>
            <a:ext cx="50800" cy="2413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1021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CalFresh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4831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679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46101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Apply: BenefitsCal.com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49847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49149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Statewide 1-877-847-3663  ·  Local 530-265-1340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950 Maidu Ave, Suite 120, Nevada City</a:t>
            </a:r>
          </a:p>
        </p:txBody>
      </p:sp>
      <p:sp>
        <p:nvSpPr>
          <p:cNvPr id="12" name="Bullet 4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4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10075 Levon Ave, Truckee (Joseph Center)</a:t>
            </a:r>
          </a:p>
        </p:txBody>
      </p:sp>
      <p:sp>
        <p:nvSpPr>
          <p:cNvPr id="14" name="Bullet 5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ine 5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Or dial 2-1-1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WIC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46600"/>
            <a:ext cx="8382000" cy="1803400"/>
          </a:xfrm>
          <a:prstGeom prst="roundRect">
            <a:avLst>
              <a:gd name="adj" fmla="val 4929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46600"/>
            <a:ext cx="50800" cy="1803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117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WIC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0927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Grass Valley: 530-265-1454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Truckee: 530-582-7814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myfamily.wic.ca.gov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Interfaith Food Ministry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241800"/>
            <a:ext cx="8382000" cy="2108200"/>
          </a:xfrm>
          <a:prstGeom prst="roundRect">
            <a:avLst>
              <a:gd name="adj" fmla="val 4216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241800"/>
            <a:ext cx="50800" cy="2108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4069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Interfaith Food Ministry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7879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9847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49149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440 Henderson St, Grass Valley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530-273-8132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Mon · Wed · Fri, 10 to 1  (first hour by reservation)</a:t>
            </a:r>
          </a:p>
        </p:txBody>
      </p:sp>
      <p:sp>
        <p:nvSpPr>
          <p:cNvPr id="12" name="Bullet 4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4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Plus Saturdays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Food Bank of Nevada County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46600"/>
            <a:ext cx="8382000" cy="1803400"/>
          </a:xfrm>
          <a:prstGeom prst="roundRect">
            <a:avLst>
              <a:gd name="adj" fmla="val 4929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46600"/>
            <a:ext cx="50800" cy="1803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117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Food Bank of Nevada County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0927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530-272-3796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foodbankofnc.org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Mobile distribution days + sites listed online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Community Roots — FREE summer meals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3962400"/>
            <a:ext cx="8382000" cy="2387600"/>
          </a:xfrm>
          <a:prstGeom prst="roundRect">
            <a:avLst>
              <a:gd name="adj" fmla="val 3723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3962400"/>
            <a:ext cx="50800" cy="23876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1275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Community Roots — FREE summer meals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5085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705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4635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Any kid 18 &amp; under  ·  no sign-up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010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 label"/>
          <p:cNvSpPr txBox="1"/>
          <p:nvPr/>
        </p:nvSpPr>
        <p:spPr>
          <a:xfrm>
            <a:off x="2362200" y="49403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Lunch at the Library, weekdays 12–1 (thru Aug 7)</a:t>
            </a:r>
          </a:p>
        </p:txBody>
      </p:sp>
      <p:sp>
        <p:nvSpPr>
          <p:cNvPr id="10" name="Line 2 detail"/>
          <p:cNvSpPr txBox="1"/>
          <p:nvPr/>
        </p:nvSpPr>
        <p:spPr>
          <a:xfrm>
            <a:off x="2362200" y="51435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Grass Valley + Madelyn Helling libraries, Memorial Park pool</a:t>
            </a:r>
          </a:p>
        </p:txBody>
      </p:sp>
      <p:sp>
        <p:nvSpPr>
          <p:cNvPr id="11" name="Bullet 3"/>
          <p:cNvSpPr/>
          <p:nvPr/>
        </p:nvSpPr>
        <p:spPr>
          <a:xfrm>
            <a:off x="2197100" y="54546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ne 3 label"/>
          <p:cNvSpPr txBox="1"/>
          <p:nvPr/>
        </p:nvSpPr>
        <p:spPr>
          <a:xfrm>
            <a:off x="2362200" y="53848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Weekly meal bags, Thu 10–1</a:t>
            </a:r>
          </a:p>
        </p:txBody>
      </p:sp>
      <p:sp>
        <p:nvSpPr>
          <p:cNvPr id="13" name="Line 3 detail"/>
          <p:cNvSpPr txBox="1"/>
          <p:nvPr/>
        </p:nvSpPr>
        <p:spPr>
          <a:xfrm>
            <a:off x="2362200" y="55880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Nevada Union HS + Oak Tree Preschool</a:t>
            </a:r>
          </a:p>
        </p:txBody>
      </p:sp>
      <p:sp>
        <p:nvSpPr>
          <p:cNvPr id="14" name="Bullet 4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ine 4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All sites + times: communityrootsnc.org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SUN Bucks (Summer EBT)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241800"/>
            <a:ext cx="8382000" cy="2108200"/>
          </a:xfrm>
          <a:prstGeom prst="roundRect">
            <a:avLst>
              <a:gd name="adj" fmla="val 4216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241800"/>
            <a:ext cx="50800" cy="2108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4069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SUN Bucks (Summer EBT)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7879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9847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49149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$120 per school-age child for the summer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Most kids are auto-enrolled — check your mail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Not enrolled? Apply at your child's school by Aug 31</a:t>
            </a:r>
          </a:p>
        </p:txBody>
      </p:sp>
      <p:sp>
        <p:nvSpPr>
          <p:cNvPr id="12" name="Bullet 4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4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Helpline 1-877-328-9677  ·  cdss.ca.gov/sun-bucks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Meals on Wheels + senior lunch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127500"/>
            <a:ext cx="8382000" cy="2222500"/>
          </a:xfrm>
          <a:prstGeom prst="roundRect">
            <a:avLst>
              <a:gd name="adj" fmla="val 4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127500"/>
            <a:ext cx="50800" cy="22225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2926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Meals on Wheels + senior lunch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6736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870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4800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Gold Country Senior Services (west county)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003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530-446-6853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Sierra Senior Services (Truckee)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530-550-7600</a:t>
            </a:r>
          </a:p>
        </p:txBody>
      </p:sp>
      <p:sp>
        <p:nvSpPr>
          <p:cNvPr id="12" name="Bullet 3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3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Senior lunch — Sierra Gold Community Senior Center</a:t>
            </a:r>
          </a:p>
        </p:txBody>
      </p:sp>
      <p:sp>
        <p:nvSpPr>
          <p:cNvPr id="14" name="Line 3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231 Colfax Ave, Grass Valley  ·  Mon/Tue/Thu at noon  ·  530-273-4961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utro end card">
    <p:bg>
      <p:bgPr>
        <a:solidFill>
          <a:srgbClr val="3A2A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524000"/>
            <a:ext cx="1270000" cy="1270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933700"/>
            <a:ext cx="1016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BF6EE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Primary URL"/>
          <p:cNvSpPr txBox="1"/>
          <p:nvPr/>
        </p:nvSpPr>
        <p:spPr>
          <a:xfrm>
            <a:off x="1016000" y="3530600"/>
            <a:ext cx="1016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4A03C"/>
                </a:solidFill>
                <a:latin typeface="DM Sans"/>
              </a:rPr>
              <a:t>techempower.org</a:t>
            </a:r>
          </a:p>
        </p:txBody>
      </p:sp>
      <p:sp>
        <p:nvSpPr>
          <p:cNvPr id="5" name="Teal rule"/>
          <p:cNvSpPr/>
          <p:nvPr/>
        </p:nvSpPr>
        <p:spPr>
          <a:xfrm>
            <a:off x="5461000" y="3924300"/>
            <a:ext cx="1270000" cy="1905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ine 2"/>
          <p:cNvSpPr txBox="1"/>
          <p:nvPr/>
        </p:nvSpPr>
        <p:spPr>
          <a:xfrm>
            <a:off x="1016000" y="4064000"/>
            <a:ext cx="1016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FBF6EE"/>
                </a:solidFill>
                <a:latin typeface="DM Sans"/>
              </a:rPr>
              <a:t>Dial 2-1-1   |   findhelp.org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1016000" y="6172200"/>
            <a:ext cx="1016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FBF6EE"/>
                </a:solidFill>
                <a:latin typeface="DM Sans"/>
              </a:rPr>
              <a:t>Free technology resources for low-income individuals and families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