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title card. Edit the episode line. Holds under the jingle after the sun-logo pre-roll (see show/PIPELINE.md, stage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California LifeLine free phone plans: apply at assurancewireless.com / safelinkwireless.com -- full provider list: californialifeline.com]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Xfinity Internet Essentials $14.95 / AT&amp;T Access $30 or less / NevCoFiber Community Assist $15 -- "check your address"]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CASF Line Extension Program: state grant to extend the line to unserved homes -- LifeLine/CARE income lines -- ask your provider to apply for you]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Nevada County Library: free hotspot lending, 24/7 WiFi, free tech help -- 530-265-7050]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T-Mobile Project 10Million (K-12 student households): free hotspot + 200 GB a year, up to 5 years -- t-mobile.com/project-10-million]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Computers for Classrooms (ships in CA) / human-I-T -- numbers on screen]</a:t>
            </a:r>
          </a:p>
          <a:p/>
          <a:p>
            <a:r>
              <a:t>Note: Cue says 'numbers on screen' -- URLs taken from show/ep2/fact-check-full-report.json (computersforclassrooms.org, human-i-t.org). Add the current price only if the fact-check JSON has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Senior Planet hotline / California Connect (caconnect.org) / TechEmpower Discord]</a:t>
            </a:r>
          </a:p>
          <a:p/>
          <a:p>
            <a:r>
              <a:t>Note: Senior Planet hotline phone number is not in the cue; the fact-check JSON lists seniorplanet.org/hotline. Add the number only from that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Outro end card -- plays under the closing jingle. Series invariant: 211 + findhelp.org + techempower.org always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tro title card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016000"/>
            <a:ext cx="1651000" cy="1651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88925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2C1F1A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1651000" y="36830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5A4E42"/>
                </a:solidFill>
                <a:latin typeface="DM Sans"/>
              </a:rPr>
              <a:t>Free Technology Resources for Everyone</a:t>
            </a:r>
          </a:p>
        </p:txBody>
      </p:sp>
      <p:sp>
        <p:nvSpPr>
          <p:cNvPr id="5" name="Teal rule"/>
          <p:cNvSpPr/>
          <p:nvPr/>
        </p:nvSpPr>
        <p:spPr>
          <a:xfrm>
            <a:off x="5334000" y="4089400"/>
            <a:ext cx="1524000" cy="2540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pisode line"/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766E"/>
                </a:solidFill>
                <a:latin typeface="DM Sans"/>
              </a:rPr>
              <a:t>Episode 2   ·   Getting Connected</a:t>
            </a:r>
          </a:p>
        </p:txBody>
      </p:sp>
      <p:sp>
        <p:nvSpPr>
          <p:cNvPr id="7" name="Footer bar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URL"/>
          <p:cNvSpPr txBox="1"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Jeff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Jeff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TechEMPOWER 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Shawna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Shawna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Co-host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California LifeLine — free phone plan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California LifeLine — free phone plans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Apply: assurancewireless.com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Apply: safelinkwireless.com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Full provider list: californialifeline.com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Low-cost home internet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3822700"/>
            <a:ext cx="8382000" cy="2527300"/>
          </a:xfrm>
          <a:prstGeom prst="roundRect">
            <a:avLst>
              <a:gd name="adj" fmla="val 3517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3822700"/>
            <a:ext cx="50800" cy="25273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39878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Low-cost home internet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3688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5656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44958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Xfinity Internet Essentials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46990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$14.95 a month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010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49403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AT&amp;T Access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1435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$30 or less a month</a:t>
            </a:r>
          </a:p>
        </p:txBody>
      </p:sp>
      <p:sp>
        <p:nvSpPr>
          <p:cNvPr id="12" name="Bullet 3"/>
          <p:cNvSpPr/>
          <p:nvPr/>
        </p:nvSpPr>
        <p:spPr>
          <a:xfrm>
            <a:off x="2197100" y="54546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3 label"/>
          <p:cNvSpPr txBox="1"/>
          <p:nvPr/>
        </p:nvSpPr>
        <p:spPr>
          <a:xfrm>
            <a:off x="2362200" y="53848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NevCoFiber Community Assist</a:t>
            </a:r>
          </a:p>
        </p:txBody>
      </p:sp>
      <p:sp>
        <p:nvSpPr>
          <p:cNvPr id="14" name="Line 3 detail"/>
          <p:cNvSpPr txBox="1"/>
          <p:nvPr/>
        </p:nvSpPr>
        <p:spPr>
          <a:xfrm>
            <a:off x="2362200" y="55880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$15 a month</a:t>
            </a:r>
          </a:p>
        </p:txBody>
      </p:sp>
      <p:sp>
        <p:nvSpPr>
          <p:cNvPr id="15" name="Bullet 4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ne 4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Check your address with each provider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CASF Line Extension Program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CASF Line Extension Program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State grant to extend the line to unserved homes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Income lines: LifeLine / CARE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Ask your provider to apply for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Nevada County Library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241800"/>
            <a:ext cx="8382000" cy="2108200"/>
          </a:xfrm>
          <a:prstGeom prst="roundRect">
            <a:avLst>
              <a:gd name="adj" fmla="val 4216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241800"/>
            <a:ext cx="50800" cy="2108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4069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Nevada County Library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7879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9847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49149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Free hotspot lending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24/7 WiFi outside every branch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Free tech help</a:t>
            </a:r>
          </a:p>
        </p:txBody>
      </p:sp>
      <p:sp>
        <p:nvSpPr>
          <p:cNvPr id="12" name="Bullet 4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4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530-265-7050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T-Mobile Project 10Million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T-Mobile Project 10Million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For K-12 student households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Free hotspot + 200 GB a year, up to 5 years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t-mobile.com/project-10-million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Low-cost computer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72000"/>
            <a:ext cx="8382000" cy="1778000"/>
          </a:xfrm>
          <a:prstGeom prst="roundRect">
            <a:avLst>
              <a:gd name="adj" fmla="val 5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72000"/>
            <a:ext cx="50800" cy="177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37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Low-cost computers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118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Computers for Classrooms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computersforclassrooms.org  ·  ships anywhere in California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human-I-T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human-i-t.org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More help getting online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127500"/>
            <a:ext cx="8382000" cy="2222500"/>
          </a:xfrm>
          <a:prstGeom prst="roundRect">
            <a:avLst>
              <a:gd name="adj" fmla="val 4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127500"/>
            <a:ext cx="50800" cy="22225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2926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More help getting online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6736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870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4800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Senior Planet hotline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003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seniorplanet.org/hotline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California Connect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caconnect.org</a:t>
            </a:r>
          </a:p>
        </p:txBody>
      </p:sp>
      <p:sp>
        <p:nvSpPr>
          <p:cNvPr id="12" name="Bullet 3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3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TechEMPOWER Discord</a:t>
            </a:r>
          </a:p>
        </p:txBody>
      </p:sp>
      <p:sp>
        <p:nvSpPr>
          <p:cNvPr id="14" name="Line 3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utro end card">
    <p:bg>
      <p:bgPr>
        <a:solidFill>
          <a:srgbClr val="3A2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524000"/>
            <a:ext cx="1270000" cy="1270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933700"/>
            <a:ext cx="1016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BF6EE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Primary URL"/>
          <p:cNvSpPr txBox="1"/>
          <p:nvPr/>
        </p:nvSpPr>
        <p:spPr>
          <a:xfrm>
            <a:off x="1016000" y="3530600"/>
            <a:ext cx="1016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4A03C"/>
                </a:solidFill>
                <a:latin typeface="DM Sans"/>
              </a:rPr>
              <a:t>techempower.org</a:t>
            </a:r>
          </a:p>
        </p:txBody>
      </p:sp>
      <p:sp>
        <p:nvSpPr>
          <p:cNvPr id="5" name="Teal rule"/>
          <p:cNvSpPr/>
          <p:nvPr/>
        </p:nvSpPr>
        <p:spPr>
          <a:xfrm>
            <a:off x="5461000" y="3924300"/>
            <a:ext cx="1270000" cy="1905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 2"/>
          <p:cNvSpPr txBox="1"/>
          <p:nvPr/>
        </p:nvSpPr>
        <p:spPr>
          <a:xfrm>
            <a:off x="1016000" y="40640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FBF6EE"/>
                </a:solidFill>
                <a:latin typeface="DM Sans"/>
              </a:rPr>
              <a:t>techempower.org/qualify  ·  2-minute check</a:t>
            </a:r>
          </a:p>
        </p:txBody>
      </p:sp>
      <p:sp>
        <p:nvSpPr>
          <p:cNvPr id="7" name="Line 3"/>
          <p:cNvSpPr txBox="1"/>
          <p:nvPr/>
        </p:nvSpPr>
        <p:spPr>
          <a:xfrm>
            <a:off x="1016000" y="43688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FBF6EE"/>
                </a:solidFill>
                <a:latin typeface="DM Sans"/>
              </a:rPr>
              <a:t>Dial 2-1-1   |   findhelp.org</a:t>
            </a:r>
          </a:p>
        </p:txBody>
      </p:sp>
      <p:sp>
        <p:nvSpPr>
          <p:cNvPr id="8" name="Tagline"/>
          <p:cNvSpPr txBox="1"/>
          <p:nvPr/>
        </p:nvSpPr>
        <p:spPr>
          <a:xfrm>
            <a:off x="1016000" y="61722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FBF6EE"/>
                </a:solidFill>
                <a:latin typeface="DM Sans"/>
              </a:rPr>
              <a:t>Free technology resources for low-income individuals and families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