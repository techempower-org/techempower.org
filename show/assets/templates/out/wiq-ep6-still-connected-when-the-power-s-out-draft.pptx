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title card. Edit the episode line. Holds under the jingle after the sun-logo pre-roll (see show/PIPELINE.md, stage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"Copper landlines: nothing changes in Nevada County; statewide, no earlier than June 2027."]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"Test all 3 networks free: borrow a library hotspot. Nevada County Library -- Hotspots."]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"Boost weak signal: directional antenna -&gt; hotspot/router -&gt; booster. A booster needs SOME outside signal -- it can't create one."]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"Power-user guide (find your tower + band, lock it, match the antenna): techempower.org"]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"Have your say (optional): CA Public Utilities Commission -- Public Advisor 1-866-849-8390 -- proceeding R.24-06-012"]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Outro end card -- plays under the closing jingle. Series invariant: 211 + findhelp.org + techempower.org always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tro title card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016000"/>
            <a:ext cx="1651000" cy="1651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88925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2C1F1A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1651000" y="36830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5A4E42"/>
                </a:solidFill>
                <a:latin typeface="DM Sans"/>
              </a:rPr>
              <a:t>Free Technology Resources for Everyone</a:t>
            </a:r>
          </a:p>
        </p:txBody>
      </p:sp>
      <p:sp>
        <p:nvSpPr>
          <p:cNvPr id="5" name="Teal rule"/>
          <p:cNvSpPr/>
          <p:nvPr/>
        </p:nvSpPr>
        <p:spPr>
          <a:xfrm>
            <a:off x="5334000" y="4089400"/>
            <a:ext cx="1524000" cy="2540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pisode line"/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766E"/>
                </a:solidFill>
                <a:latin typeface="DM Sans"/>
              </a:rPr>
              <a:t>Episode 6   ·   Still Connected When the Power's Out</a:t>
            </a:r>
          </a:p>
        </p:txBody>
      </p:sp>
      <p:sp>
        <p:nvSpPr>
          <p:cNvPr id="7" name="Footer bar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URL"/>
          <p:cNvSpPr txBox="1"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Jeff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Jeff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TechEMPOWER 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Shawna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Shawna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Co-host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Copper landline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851400"/>
            <a:ext cx="8382000" cy="1498600"/>
          </a:xfrm>
          <a:prstGeom prst="roundRect">
            <a:avLst>
              <a:gd name="adj" fmla="val 5932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851400"/>
            <a:ext cx="50800" cy="14986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0165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Copper landlines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3975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Nothing changes in Nevada County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Statewide: no earlier than June 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Test all 3 networks free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851400"/>
            <a:ext cx="8382000" cy="1498600"/>
          </a:xfrm>
          <a:prstGeom prst="roundRect">
            <a:avLst>
              <a:gd name="adj" fmla="val 5932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851400"/>
            <a:ext cx="50800" cy="14986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0165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Test all 3 networks free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3975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Borrow a library hotspot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Nevada County Library — Hotspots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Boost a weak signal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851400"/>
            <a:ext cx="8382000" cy="1498600"/>
          </a:xfrm>
          <a:prstGeom prst="roundRect">
            <a:avLst>
              <a:gd name="adj" fmla="val 5932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851400"/>
            <a:ext cx="50800" cy="14986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0165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Boost a weak signal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3975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Directional antenna → hotspot/router → booster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 booster needs SOME outside signal — it can't create 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Power-user guide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851400"/>
            <a:ext cx="8382000" cy="1498600"/>
          </a:xfrm>
          <a:prstGeom prst="roundRect">
            <a:avLst>
              <a:gd name="adj" fmla="val 5932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851400"/>
            <a:ext cx="50800" cy="14986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0165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Power-user guide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3975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Find your tower + band, lock it, match the antenna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Have your say (optional)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Have your say (optional)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CA Public Utilities Commission — Public Advisor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1-866-849-8390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Proceeding R.24-06-012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utro end card">
    <p:bg>
      <p:bgPr>
        <a:solidFill>
          <a:srgbClr val="3A2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524000"/>
            <a:ext cx="1270000" cy="1270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933700"/>
            <a:ext cx="1016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BF6EE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Primary URL"/>
          <p:cNvSpPr txBox="1"/>
          <p:nvPr/>
        </p:nvSpPr>
        <p:spPr>
          <a:xfrm>
            <a:off x="1016000" y="3530600"/>
            <a:ext cx="1016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4A03C"/>
                </a:solidFill>
                <a:latin typeface="DM Sans"/>
              </a:rPr>
              <a:t>techempower.org</a:t>
            </a:r>
          </a:p>
        </p:txBody>
      </p:sp>
      <p:sp>
        <p:nvSpPr>
          <p:cNvPr id="5" name="Teal rule"/>
          <p:cNvSpPr/>
          <p:nvPr/>
        </p:nvSpPr>
        <p:spPr>
          <a:xfrm>
            <a:off x="5461000" y="3924300"/>
            <a:ext cx="1270000" cy="1905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 2"/>
          <p:cNvSpPr txBox="1"/>
          <p:nvPr/>
        </p:nvSpPr>
        <p:spPr>
          <a:xfrm>
            <a:off x="1016000" y="40640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FBF6EE"/>
                </a:solidFill>
                <a:latin typeface="DM Sans"/>
              </a:rPr>
              <a:t>Dial 2-1-1   |   findhelp.org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1016000" y="61722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FBF6EE"/>
                </a:solidFill>
                <a:latin typeface="DM Sans"/>
              </a:rPr>
              <a:t>Free technology resources for low-income individuals and families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